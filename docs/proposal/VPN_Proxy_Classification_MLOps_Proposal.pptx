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al" id="{e2c5a125-42a0-857c-d168-8dc730ec4ab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VPN/Proxy IP Classification Using CrowdSec Threat Intelligence Data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7432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MLOps Course Project Proposal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Zainab Soomro (28367)  |  Uzair Ahmed Khuhro (29173)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VPNs and proxies can hide the origin of network activity, so knowing whether an IP is VPN/proxy-associated helps when analyzing suspicious traffic.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402336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64008" cy="246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task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Binary classification on the CrowdSec VPN Classification dataset (Kaggle)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Predict whether an attacker IP is VPN/proxy or not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402336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103120"/>
            <a:ext cx="64008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212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Highly imbalanced: VPN/proxy examples are a small share of the data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Signals include countries, AS info, attack type, timestamps and anonymized IP IDs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Proposed Solution: End-to-End MLOps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Dataset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2801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Preparation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12801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801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53212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MLflow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2801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23760" y="12801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FastAPI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0302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0302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766060" y="21488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99466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466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57700" y="21488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8630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8630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Cloud Deployment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149340" y="21488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77940" y="214884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794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6324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prep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36118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Validate data, handle invalid values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Feature processing, train/test split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06324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Modeling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3474720" y="36118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Logistic Regression, Random Forest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Class weights / resampling; MLflow tracking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35040" y="306324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063240"/>
            <a:ext cx="64008" cy="1600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6364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Serving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36118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FastAPI: /predict, /explain, /health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precision, recall, F1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Dataset: CrowdSec VPN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Features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Attack time and attack type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Attacker country and AS information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Watcher country and AS information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Anonymized attacker/watcher identifiers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VPN/proxy label (target)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handling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Large dataset: load via Parquet for efficiency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raw data stays out of GitHub; small sample only for tests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Multiple records per attacker IP, so the split is designed to limit leakage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Milestone 1: Model &amp;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&amp; Model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Separate data-preparation script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Validate and preprocess dataset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 and evaluate classifiers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 least 3 MLflow runs (models or hyperparameters)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Select and save the best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383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&amp; Testing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/predict with Pydantic validation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/health and /explain endpoints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Pytest: data prep, model loading, prediction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setup and usage in README.md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Milestone 2: Containerization, CI/CD &amp;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&amp; CI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Dockerfile for the API and trained model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Actions: linting, testing, Docker build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Required Git branching and contribution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383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Deployment &amp; Monitoring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Deploy container to cloud/managed hosting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Public endpoint for demonstration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Basic monitoring: request count and latency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Document deployment and rollback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Technology Stack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43000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3.11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Scikit-learn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Data Processing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Pandas / PyArrow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Experiment 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MLflow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 + Pydantic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Testing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Linting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Ruff / Flake8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Containerization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GitHub Actions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Render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Version Control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Git + GitHub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Risks &amp; Mitigations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Large dataset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Needs significant memory and processing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Mitigation: Parquet, efficient processing, appropriately sized processed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383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Class imbalance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VPN/proxy class is small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Mitigation: class weights, resampling if needed; focus on precision, recall, F1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3832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leakage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records share one attacker IP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Mitigation: split by attacker IP for train/validate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Expected Outcome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reproducible, tested, containerized and deployed ML service that predicts whether an attacker IP is associated with VPN/proxy activity.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03020" y="22860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030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6606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94660" y="22860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466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5770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86300" y="22860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630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Experiment Tracking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4934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77940" y="22860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2004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14884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884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32004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84048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2004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53212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3212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2004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22376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237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full MLOps lifecycle, demonstrated end to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Ops Proposal">
  <a:themeElements>
    <a:clrScheme name="MLOps Proposal">
      <a:dk1>
        <a:srgbClr val="1F2937"/>
      </a:dk1>
      <a:lt1>
        <a:srgbClr val="FFFFFF"/>
      </a:lt1>
      <a:dk2>
        <a:srgbClr val="0B3C5D"/>
      </a:dk2>
      <a:lt2>
        <a:srgbClr val="EEF3F7"/>
      </a:lt2>
      <a:accent1>
        <a:srgbClr val="0B7A75"/>
      </a:accent1>
      <a:accent2>
        <a:srgbClr val="F59E0B"/>
      </a:accent2>
      <a:accent3>
        <a:srgbClr val="3B82F6"/>
      </a:accent3>
      <a:accent4>
        <a:srgbClr val="8B5CF6"/>
      </a:accent4>
      <a:accent5>
        <a:srgbClr val="EF4444"/>
      </a:accent5>
      <a:accent6>
        <a:srgbClr val="10B981"/>
      </a:accent6>
      <a:hlink>
        <a:srgbClr val="0B7A75"/>
      </a:hlink>
      <a:folHlink>
        <a:srgbClr val="8B5CF6"/>
      </a:folHlink>
    </a:clrScheme>
    <a:fontScheme name="MLOps Propos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VPN/Proxy IP Classification - MLOps Project Proposal</dc:title>
  <dc:subject>PptxGenJS Presentation</dc:subject>
  <dc:creator>PptxGenJS</dc:creator>
  <cp:lastModifiedBy>PptxGenJS</cp:lastModifiedBy>
  <cp:revision>1</cp:revision>
  <dcterms:created xsi:type="dcterms:W3CDTF">2026-10-02T04:04:36Z</dcterms:created>
  <dcterms:modified xsi:type="dcterms:W3CDTF">2026-10-02T04:04:36Z</dcterms:modified>
</cp:coreProperties>
</file>